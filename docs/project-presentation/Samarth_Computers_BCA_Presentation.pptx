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examiners and faculty members. Today I am presenting my BCA final year project: Samarth Computers Khandala, a full-stack digital platform for computer training and government service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Samarth Computers is a trusted IT institute in Khandala. This project delivers a production-grade web platform combining a public portal for course/CSC discovery with a full Admin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this application, institute inquiries were logged in paper registers, document checklists were explained verbally, and content updates required manual manual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core objectives were to digitize institute communications, streamline CSC document guidance, centralize administration, provide certificate verification, and deliver a bilingual Marathi/English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system replaces manual logbooks with a unified React single-page application connected directly to Supabase cloud infrastructure for real-time lead tracking and content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selected React 19 and Vite 6 for high-speed client rendering, Tailwind CSS 3.4 for UI styling, Supabase PostgreSQL for backend persistence, and Cloudflare Pages for edge hosting.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public website provides an intuitive interface for students and citizens to explore courses, check timetables, verify certificates, and locate the institute.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can open detailed syllabus drawers for any course, while citizens receive exact document checklists before visiting the center for government certificate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Admin Dashboard gives institute managers total control over student lead tracking, course catalogs, timetable slots, and center announcements from a single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improve admin usability, we restructured the sidebar into three distinct categories and consolidated secondary site configuration controls into a clean expandable accordion.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application follows a clean 3-tier data architecture linking the React client to repository abstractions, which query Supabase cloud database and storage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backend relies on 10 verified PostgreSQL tables in Supabase. We utilize JSONB columns for flexible syllabus modules and document checklists.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center parameters, logos, contact numbers, and SEO metadata are managed dynamically through the site settings accordion and saved to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multiple levels: rate-limited login, allowed email validation, LocalStorage session persistence, and PostgreSQL Row Level Security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application is built mobile-first and offers seamless bilingual switching between Marathi and English without refreshing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testing confirmed 100% data persistence across all 19 admin modules, passing production build checks with zero compilation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is deployed live on Cloudflare Pages global edge CDN, integrated directly with GitHub for CI/CD and connected securely to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Samarth Computers Khandala is a complete digital solution for computer education and government services. In future updates, we plan to add online fee payments and automated SMS alerts.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82880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BCA FINAL YEAR ACADEMIC PROJECT PRESENTATION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Samarth Computers Khandala</a:t>
            </a:r>
          </a:p>
          <a:p>
            <a:pPr>
              <a:spcBef>
                <a:spcPts val="800"/>
              </a:spcBef>
              <a:defRPr sz="2000">
                <a:solidFill>
                  <a:srgbClr val="CBD5E1"/>
                </a:solidFill>
              </a:defRPr>
            </a:pPr>
            <a:r>
              <a:t>Modern Computer Education &amp; Digital Services Platform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MKCL Authorized Learning Center (ALC 13210399 / 13210273) | Full-Stack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Project Overview &amp;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What is Samarth Computers?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Established MKCL Authorized Learning Center in Khandala, Satara.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Offers IT courses: MS-CIT, Tally Prime GST, Typing (GCC-TBC), Advanced Excel.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Operates an official CSC Digital Seva Kendra for citizen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Purpose of Digital Platform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Bridge student aspirations with 24/7 web course discovery.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Eliminate document confusion for government service applicants.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Provide automated student certificate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System Architecture Scope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High-converting public marketing website.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Comprehensive Admin Operations Dashboard.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Real-time data synchronization backed by Supabase PostgreSQL.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Problem Statement: Challenges in Traditional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Manual Content &amp; Pamphlet Dependency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Course syllabus, fee details, and batch timings relied on printed flyers and verbal explanation.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No single digital destination for prospective students to review course curriculum.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Difficult Service &amp; Fee Updates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Updating batch timetables or fees required physical poster re-printing.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Static websites required developer intervention for basic text modifications.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Scattered Student &amp; Customer Data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Student admission inquiries were written manually in physical registers.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High risk of lost phone numbers, unorganized leads, and delayed follow-ups.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Limited Citizen Guidance &amp; Accessibility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Citizens frequently arrived at CSC center without required application documents.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No online mechanism for employers to verify course completion certificates.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1. Digitalize Institute Information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Provide 24/7 web access to MKCL course syllabi, fee schedules, faculty profiles, and campus facilities.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2. Streamline CSC &amp; Govt Services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Eliminate citizen confusion with interactive document checklists and step-by-step application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3. Centralize Administration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Build a secure Admin Dashboard featuring rate-limited auth, lead inbox management, and 19 CRUD sub-panels.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4. Enable Certificate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Implement instant online verification of student completion certificates using registration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5. Responsive &amp; Bilingual Experience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Deliver zero-reload dynamic language switching between Marathi and English with mobile-first layouts.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Proposed System &amp; Operational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Public Visitor Workflow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Explore MKCL Courses &amp; Syllabus Modules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Review CSC Document Checklists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Check Live Batch Timetables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Verify Student Completion Certificates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Submit Admission &amp; Service Inquiry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React 19 App Shell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Client-side SPA Router (currentView)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Bilingual Engine (Marathi / English)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Stitch Design System Tokens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AuthContext &amp; Security Rate Limiter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sharedStore LocalStorage Observer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9456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Admin &amp; Database Backend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Rate-limited Admin Login Authentication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Real-Time Digital Leads Inbox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19 Modular CRUD Control Panels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Supabase PostgreSQL (10 RLS Tables)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Supabase Storage (samarth-media bucket)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Technology Stack &amp; Frameworks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React 19 (Frontend UI Library)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Client-side rendering, component-driven UI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Vite 6 (Build Tool &amp; Dev Server)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Ultra-fast HMR compilation, optimized production bundling.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Tailwind CSS 3.4 (Design System)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Stitch design tokens, responsive grid layouts, custom typography.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Supabase Cloud (Backend Infrastructure)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PostgreSQL database, Auth, Storage bucket, instant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PostgreSQL (Relational Database)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10 tables with Row Level Security (RLS) policies.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Cloudflare Pages (Hosting &amp; Edge CDN)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Global high-availability deployment with SSL &amp; deep-link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Public Website Features</a:t>
            </a:r>
          </a:p>
        </p:txBody>
      </p:sp>
      <p:pic>
        <p:nvPicPr>
          <p:cNvPr id="3" name="Picture 2" descr="01-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Key User Modules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Home Page: Hero banner, MKCL badges, statistics counter.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Course Catalog: Filterable MS-CIT, Tally, Typing, Excel cards.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CSC Services Desk: Identity &amp; Revenue scheme guides.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Faculty Directory: Teacher credentials &amp; experience.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Batch Timetable: Morning/Afternoon/Evening schedule slots.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Certificate Verification: Search by Registration Number.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Contact Page: Address, click-to-call, embedded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Courses &amp; CSC Government Services Desk</a:t>
            </a:r>
          </a:p>
        </p:txBody>
      </p:sp>
      <p:pic>
        <p:nvPicPr>
          <p:cNvPr id="3" name="Picture 2" descr="03-course-details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Interactive Discovery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Categorized Course Exploration: MS-CIT, Tally Prime GST, Typing (GCC-TBC 30/40 wpm), Advanced Excel.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Course Detail Modal: Syllabus modules list, duration, fee estimates, and career opportunities.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CSC Identity Services: Aadhaar Card, PAN Card, Voter ID.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Revenue Services: 7/12 Utara, Domicile, Income Certificate.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Document Checklist Modal (DocChecklistModal): Clear step-by-step document guidance for local citizens.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Centralized Admin Operations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Admin Overview Screen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KPI Cards, Quick Action Bar, Live Leads Feed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Management Capabilities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Overview Analytics: Live KPI cards for total leads, active courses, CSC services, and faculty count.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Quick Action Bar: One-click creation for courses, timetable slots, gallery photos, and news.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Real-Time Leads Inbox: Captures student inquiries with status tags (New Lead, In Process, Completed).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Live Database Persistence: All administrative edits sync directly with Supabase PostgreSQL.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Admin Sidebar Architecture &amp; Accordion Redesign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Redesigned 3-Tier Sidebar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Main Nav, Website Pages, Settings Accordion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3-Tier Structure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Tier 1: MAIN NAVIGATION - Dashboard, Inbox Leads, Courses, CSC Services, Faculty, News, Timetable, Photos.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Tier 2: WEBSITE PAGES - Home Page, About Page, Contact &amp; Call CTA configuration.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Tier 3: SETTINGS &amp; CONFIG ACCORDION - Consolidated single collapsible menu housing 10 sub-panels: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 └ Navigation, Branding, Govt Certificates, Theme, Site Info, SEO, Social Links, Footer.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Supabase Database &amp; Data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React 19 Frontend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App Shell (App.jsx)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State View Router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AuthContext Rate Limiter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Stitch UI Components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Bilingual Prop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Repository Layer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AdminRepository.js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CourseRepository.js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InquiryRepository.js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sharedStore (Cache)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StorageService.js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Supabase Cloud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PostgreSQL Engine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10 RLS Tables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Supabase Auth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samarth-media Bucket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Base64 Fallback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Database Modules: 10 Verified PostgreSQL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public.inquiries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Leads inbox storing student admissions &amp; service inquiries.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public.courses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Course catalog with JSONB syllabus modules &amp; fee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public.csc_services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CSC identity services with JSONB document checklists.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public.govt_services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Revenue services with JSONB application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public.faculties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Instructor profiles, designations, &amp; specializations.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public.site_gallery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Campus lab photos &amp; event gallery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public.site_settings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Central center configuration record (main_settings).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public.batches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Morning, afternoon, evening timetable slots.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public.news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Institute announcements &amp; examination news updates.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303520"/>
            <a:ext cx="521208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table: public.certificates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Student completion records for online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Site Settings &amp; Configuration Persistence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Settings Control Panel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Branding, Logo Upload, SEO, Social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Configurable Sub-Panels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Navigation: Custom menu order &amp; visibility.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Branding: Institute logo upload &amp; hero banner background.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Govt Certificates: MKCL ALC code &amp; CSC registration ID.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Theme: Custom primary &amp; secondary color accents.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Site Information: Office hours, contact numbers, map URL.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SEO &amp; Meta: Search meta title, description, and keywords.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Social Links: Facebook, Instagram, YouTube URLs.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Footer: Tagline, copyright notice, &amp; quick links.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Security &amp; Data Protection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Admin Auth &amp; Brute-Force Protection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Allowed Emails List: Access restricted to authorized center emails (pawansingh3760@gmail.com).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Failed-Login Rate Limiter: Lockout timer triggers after 5 failed password attempts.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PostgreSQL Row Level Security (RLS)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RLS enabled across all 10 database tables.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Public SELECT for public catalog tables; Public INSERT strictly for lead inquiries.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Session Management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Encapsulated AuthContext provider.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Persistent encrypted session tokens stored in LocalStorage (samarth_admin_session).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Environment &amp; Storage Security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VITE_SUPABASE_URL &amp; ANON_KEY environment isolation.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Protected storage bucket upload policies (samarth-media).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Responsive UI &amp; Bilingual (Marathi / English) Engine</a:t>
            </a:r>
          </a:p>
        </p:txBody>
      </p:sp>
      <p:pic>
        <p:nvPicPr>
          <p:cNvPr id="3" name="Picture 2" descr="17-mobile-responsive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60350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669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Accessibility &amp; Globalization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Dynamic Language Switching: Zero-reload toggle between Marathi (मराठी) and English across all UI components.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Dual-Language Data Model: Backend schemas support dual text fields (title_mr / title_en, overview_mr / overview_en).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Mobile-First Layout: Responsive grid scaling gracefully across smartphones, tablets, and 4K desktop screens.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Touch-Friendly Controls: Mobile navigation drawer, high-contrast buttons, and smooth touch scrolling.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Testing &amp; Quality Assurance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Production Build Audit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npm run build executed successfully with 0 errors.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Vite 6 production bundle compiled in 18.46 seconds.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Zero broken imports or syntax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End-to-End Persistence QA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100% verification across all 19 admin management modules.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Verified real-time CRUD persistence on Supabase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Storage &amp; Image Upload QA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Direct file uploads to samarth-media bucket verified.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Automatic cache-busting versioned URLs (?v=timestamp) generated cleanly.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Cross-Device UI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Mobile responsive drawer menu tested on iOS &amp; Android.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Certificate verification search engine tested against test registration numbers.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BCA PROJECT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Deployment &amp; Production Operations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1. Code &amp; CI/CD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GitHub Repository: pavancsingh/SamarthComputer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Branch: main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Automated Cloudflare Pages build hook triggered on git push.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2. Production Build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Build Command: npm run build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Output Directory: dist/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Single-Page Routing Rule: _redirects (/* /index.html 200).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3. Live Hosting &amp; Backend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Production URL: https://samarth-computers.pages.dev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Global Edge CDN distribution.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Supabase Cloud PostgreSQL &amp; Storage connected via environment variables.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Project Conclusion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Modernized institute operations with a full-stack digital platform.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Eliminated paper register overhead with a real-time digital leads inbox.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Simplified citizen CSC document requirements with interactive checklists.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Delivered high-performance React 19 architecture with Supabase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62828"/>
                </a:solidFill>
              </a:defRPr>
            </a:pPr>
            <a:r>
              <a:t>Future Roadmap (v2.0)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Online Fee Payment Gateway: Direct Razorpay &amp; UPI QR code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Automated SMS &amp; WhatsApp Alerts: Instant lead receipt confirmation.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Student Learning Portal: Dedicated dashboard for typing tests &amp; study notes.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Online Admission Workflow: Direct document upload for student admissions.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